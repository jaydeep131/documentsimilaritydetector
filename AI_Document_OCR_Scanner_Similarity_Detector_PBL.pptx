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74320"/>
            <a:ext cx="1081735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38BDF8"/>
                </a:solidFill>
                <a:latin typeface="Segoe UI"/>
              </a:defRPr>
            </a:pPr>
            <a:r>
              <a:t>AI Document OCR Scanner &amp; Similarity Detector</a:t>
            </a:r>
          </a:p>
          <a:p>
            <a:pPr algn="ctr">
              <a:spcBef>
                <a:spcPts val="400"/>
              </a:spcBef>
              <a:defRPr sz="1600">
                <a:solidFill>
                  <a:srgbClr val="94A3B8"/>
                </a:solidFill>
                <a:latin typeface="Segoe UI"/>
              </a:defRPr>
            </a:pPr>
            <a:r>
              <a:t>PBL Task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A3E635"/>
                </a:solidFill>
                <a:latin typeface="Segoe UI"/>
              </a:rPr>
              <a:t>Subject: </a:t>
            </a:r>
            <a:r>
              <a:rPr sz="2000" b="1">
                <a:solidFill>
                  <a:srgbClr val="FFFFFF"/>
                </a:solidFill>
                <a:latin typeface="Segoe UI"/>
              </a:rPr>
              <a:t>Python for Data Science (BE05000231)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86000"/>
            <a:ext cx="10817352" cy="3931920"/>
          </a:xfrm>
          <a:prstGeom prst="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38BDF8"/>
                </a:solidFill>
                <a:latin typeface="Segoe UI"/>
              </a:rPr>
              <a:t>NAME: </a:t>
            </a:r>
            <a:r>
              <a:rPr sz="1800">
                <a:solidFill>
                  <a:srgbClr val="FFFFFF"/>
                </a:solidFill>
                <a:latin typeface="Segoe UI"/>
              </a:rPr>
              <a:t>Nimavat Jaydeep 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65176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38BDF8"/>
                </a:solidFill>
                <a:latin typeface="Segoe UI"/>
              </a:rPr>
              <a:t>BRANCH: </a:t>
            </a:r>
            <a:r>
              <a:rPr sz="1800">
                <a:solidFill>
                  <a:srgbClr val="FFFFFF"/>
                </a:solidFill>
                <a:latin typeface="Segoe UI"/>
              </a:rPr>
              <a:t>Computer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47472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38BDF8"/>
                </a:solidFill>
                <a:latin typeface="Segoe UI"/>
              </a:rPr>
              <a:t>ENROLLMENT: </a:t>
            </a:r>
            <a:r>
              <a:rPr sz="1800">
                <a:solidFill>
                  <a:srgbClr val="FFFFFF"/>
                </a:solidFill>
                <a:latin typeface="Segoe UI"/>
              </a:rPr>
              <a:t>250043107032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347472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38BDF8"/>
                </a:solidFill>
                <a:latin typeface="Segoe UI"/>
              </a:rPr>
              <a:t>SEMESTER: </a:t>
            </a:r>
            <a:r>
              <a:rPr sz="1800">
                <a:solidFill>
                  <a:srgbClr val="FFFFFF"/>
                </a:solidFill>
                <a:latin typeface="Segoe UI"/>
              </a:rPr>
              <a:t>5th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572000"/>
            <a:ext cx="9966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800">
                <a:solidFill>
                  <a:srgbClr val="38BDF8"/>
                </a:solidFill>
                <a:latin typeface="Segoe UI"/>
              </a:rPr>
              <a:t>COLLEGE: </a:t>
            </a:r>
            <a:r>
              <a:rPr sz="1800">
                <a:solidFill>
                  <a:srgbClr val="FFFFFF"/>
                </a:solidFill>
                <a:latin typeface="Segoe UI"/>
              </a:rPr>
              <a:t>B H Gardi College Of Engineering And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1.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Document Plagiarism is a critical issue in digital classrooms and professional domains.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Traditional checkers cannot inspect scanned books, images, or offline note photos.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Data Privacy is often violated by third-party checkers uploading files to external servers.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Our project builds a 100% serverless, private tool to scan documents and check similarity directly in the browser.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2. 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100% Browser-Based Web Application.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Integrates local OCR, PDF, and DOCX parsers.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Runs NLP Text Cleaning and Tokenization on-device.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Computes similarity match indexes dynamically.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Renders a clean glassmorphic presentation dashboard.</a:t>
            </a:r>
          </a:p>
        </p:txBody>
      </p:sp>
      <p:pic>
        <p:nvPicPr>
          <p:cNvPr id="4" name="Picture 3" descr="ui_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3.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Inability to Parse Scanned Books/Photos: Students often upload photos of pages which standard text matchers ignore.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Server Dependencies &amp; Network Timeouts: Local Python servers run slowly and fail behind university proxies (WinError 10060).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Security &amp; Document Exposure: Commercial checkers keep copies of submitted assignments, creating data leak risks.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Complex UI: Traditional dashboards are cluttered and slow to load on mobile devices.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4.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Serverless Architecture: Build a completely client-side tool requiring zero backend execution.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Universal Scanned Ingestion: Enable reading text from images (Tesseract.js) and PDFs (PDF.js).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Fast Plagiarism Checks: Run standard similarity calculations (Cosine &amp; Jaccard index) in milliseconds.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Safe &amp; Private Checking: Ensure that files are parsed in the browser and never uploaded to any remote host.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5. Project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Eliminating Installation Hurdles: Moving away from heavy local Python setups that require installing PyTorch/OpenCV.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Internet-Independent Scans: Caching language models inside browser storage for offline execution.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Cost-Free Deployment: Building static files (HTML/CSS/JS) that host for free on Netlify.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Responsive Presentability: Creating a tool that can be used on any smartphone in a live presentation room.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6. Existing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Heavy Server-Side Frameworks: Standard custom solutions require Python backend processes.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Network Blockage Constraints: Downloading neural net models (EasyOCR) causes `WinError 10060` connection timeouts in terminals.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Proprietary Checking Subscriptions: Teachers and students depend on paid accounts (Turnitin, Copyleaks).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Heavy Resource Footprint: Spawning sub-processes slows down browsers and eats RAM.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7. Proposed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Client-Side JavaScript Application: Runs entirely inside the local browser window.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CDN Integration: Loads stable parsers (Tesseract.js, PDF.js, Mammoth.js) directly.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On-Device OCR Execution: Uses Web Workers to scan photos locally.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Interactive Dashboard: Instant comparisons and sandbox files.</a:t>
            </a:r>
          </a:p>
        </p:txBody>
      </p:sp>
      <p:pic>
        <p:nvPicPr>
          <p:cNvPr id="4" name="Picture 3" descr="ui_sand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8. Key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Browser OCR (Tesseract.js): Scans text from JPG, PNG, and JPEG notes directly.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Binary File Parsers: Reads PDF (PDF.js) and DOCX (Mammoth.js) without backend parsers.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SVG Circular progress gauge: Animates dynamically based on matching score.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Turnitin-Style Diff highlighting: Colors matching segments in orange.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Citation Filter: Toggles ignoring quotes ('...') from the comparison.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9. 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Core Language: JavaScript (ES6+), HTML5, CSS3 Variables.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Optical Character Recognition (OCR): Tesseract.js (v5, compiled in WebAssembly).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PDF Parser: Mozilla's PDF.js (v3.11.174).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Word Parser: Mammoth.js (v1.6.0).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Hosting: Netlify Continuous Deployment (Git-Synced).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10.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Input Layer: HTML drag-and-drop file inputs or raw copy-paste text areas.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Native Extractor: FileReader API converts file bytes into array buffers.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Parsing Engine: Tesseract, PDF.js, or Mammoth.js processes buffers into clean string arrays.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Math Processor: JavaScript calculates Cosine vector distances and Jaccard intersections.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Visual Output: Updates SVG dash-array and highlighted spans dynamically.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11. System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Start: User opens index.html in browser.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Load: CDNs fetch parsers and initialize Tesseract workers.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Input: User uploads document photos or pastes notes.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Click: Form submission triggers the extraction loader overlay.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Process: Client scans images, extracts text, runs comparison math.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Output: Displays gauge percentage and side-by-side matches.</a:t>
            </a:r>
          </a:p>
        </p:txBody>
      </p:sp>
      <p:pic>
        <p:nvPicPr>
          <p:cNvPr id="4" name="Picture 3" descr="ocr_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12. Input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FileReader API: Asynchronously reads local file bytes in the browser.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Array Buffer Extraction: Reads DOCX and PDF as raw byte arrays for Mammoth and PDF.js.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Data URL Extraction: Reads JPG and PNG files as base64 URLs for image display previews.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State Sync: Automatically fills text areas with the extracted text for editing.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13. Document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PDF.js Processing: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`pdfjsLib.getDocument()` parses PDF arrayBuffer into document objects.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Iterates page-by-page to fetch text elements via `page.getTextContent()`.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Mammoth.js Processing: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`mammoth.extractRawText()` converts Word DOCX XML blocks into clean paragraphs.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Strips layout formatting metadata to retrieve pure string arrays.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14. Image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Status: Not available in the current implementation.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Rationale: In our browser-native client app, images are fed directly to Tesseract.js in their raw state.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Tesseract.js handles thresholding and binarization internally within its compiled WebAssembly core.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Future Scope: Can integrate canvas-based threshold filters to improve scanning accuracy on blurry pages.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15. OCR 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Tesseract.js WebAssembly Port: Compiles Google's neural network OCR to browser-executable binary.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Web Worker Sandbox: Spawns offline worker threads, leaving the main UI thread lag-free.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Local Language Cache: Downloads the English language training set once and caches it in IndexedDB.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Real-time progress updates: Logs execution percentages dynamically to show scanning status.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16. OCR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The OCR extraction is called inside a Promise.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Tesseract.recognize accepts the image file.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A logger callback tracks progress.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Displays percentage live in the loader overlay.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Extracted text is returned to the parser route.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Tesseract.recognize(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file,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'eng',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{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    logger: m =&gt; {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        if (m.status === 'recognizing text') {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            const pct = Math.round(m.progress * 100);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            updateStatus(`📷 Scanning Image: ${pct}%`);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        }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    }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}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).then(({ data: { text } }) =&gt; {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resolve(text);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});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17. OCR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String Generation: Outputs a clean text string containing all recognized characters and symbols.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Syncing fields: Extracted text is automatically entered into the text areas for verification.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Visual preview: Displays a base64 preview of the original photographed note right above the results.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Stats counter: Calculates total words and characters found in the scanned image.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18. Text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Lowercasing: `text.toLowerCase()` avoids matches failing due to capitalization differences.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Punctuation Stripping: `.replace(/[^\w\s]/g, '')` strips periods, commas, and question marks.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Spaces Trimming: `.trim()` removes trailing spaces.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RegEx word boundary splits: `.split(/\s+/)` cleans double-spaces to generate a clean array of words.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19. NLP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Tokenization: Splits text strings into individual word token arrays.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Vocabulary Sets: Javascript `Set` creates unique list vectors of words.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Array transformations: Converts vocab lists into structured frequency arrays for math models.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Clean Input: Normalization removes duplicate spaces, preparing the data for similarity models.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20. Feature Extraction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Vocabulary Union Vector: Compares word sets from both documents to create a master list of all unique words.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Word Count Maps: Creates key-value frequency objects for both Document A and Document B.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Indexing coordinates: Maps the frequency values matching the master list order to represent both documents as vectors.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Ready for similarity: High-performance representation built entirely dynamically in JavaScript.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21. Term Frequency (TF) Vector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Actual Method in Code: Dynamic Word Frequency Vectors.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Step 1: Combine both documents' word arrays to create a master Vocabulary Union Set.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Step 2: Initialize frequency map objects (frequency arrays) mapping each vocab word to 0.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Step 3: Populate counts by iterating through both text arrays.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Step 4: Map values to numerical arrays representing vectors, ready for Cosine Distance calculation.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22. Cosine Similarity Vector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Represents both texts as vectors.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Calculates Dot Product by multiplying matching frequencies.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Divides by the product of their Vector Magnitudes.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Outputs similarity score on scale 0% to 100%.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Keeps matching accurate regardless of text length differences.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let dotProduct = 0;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let mag1 = 0, mag2 = 0;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vocab.forEach(word =&gt; {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dotProduct += freq1[word] * freq2[word];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mag1 += freq1[word] * freq1[word];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mag2 += freq2[word] * freq2[word];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});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if (mag1 === 0 || mag2 === 0) return 0;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return (dotProduct / (Math.sqrt(mag1) * Math.sqrt(mag2))) * 100;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23. Similarity Detection (Jaccard Index)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Checks overall Vocabulary Set overlap.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Converts cleaned word arrays into unique Sets.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Intersection: Shared unique words.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Union: Total unique words combined.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Dividing Intersection by Union gives Jaccard percentage.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Highly effective at catching copied vocabulary sets.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const words1 = new Set(t1.split(/\s+/));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const words2 = new Set(t2.split(/\s+/));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const intersection = new Set(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  [...words1].filter(x =&gt; words2.has(x))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);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const union = new Set([...words1, ...words2]);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if (union.size === 0) return 0;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return (intersection.size / union.size) * 100;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24. Document Comparison &amp; Highlighting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Combination Index: Computes the average of Cosine Similarity and Jaccard Index score for balanced output.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Word-Level Match Highlighter: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Converts strings to word lists.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Checks if a word in Document A exists in the vocabulary set of Document B.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Wraps matches in orange highlight spans.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Citation Filter: Ignores quoted phrases dynamically.</a:t>
            </a:r>
          </a:p>
        </p:txBody>
      </p:sp>
      <p:pic>
        <p:nvPicPr>
          <p:cNvPr id="4" name="Picture 3" descr="diff_highl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25. Similarity Results &amp;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Classification ranges based on combined score: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- 90%+ : Direct Copy / Duplicate (Red)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- 70% - 89% : Highly Similar (Orange)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- 40% - 69% : Moderately Similar (Yellow)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- 15% - 39% : Slightly Similar (Blue)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&lt;15% : Completely Unique (Green)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Renders matching warning descriptions automatically.</a:t>
            </a:r>
          </a:p>
        </p:txBody>
      </p:sp>
      <p:pic>
        <p:nvPicPr>
          <p:cNvPr id="4" name="Picture 3" descr="latest_ui_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26. Data Visualization (Circle Gauge)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Interactive SVG Circular progress ring.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Circumference = 326.7px (radius = 52px).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JavaScript calculates matching stroke-dashoffset.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Smooth CSS transition filling animation.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Accent color changes dynamically matching status levels.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// Radial Gauge update logic in JS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const circle = document.getElementById('radial-bar');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const circumference = 326.7;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const offset = circumference - 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  (circumference * scoreInt / 100);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circle.style.strokeDashoffset = offset;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circle.style.stroke = color;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circle.style.filter = 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  `drop-shadow(0 0 8px ${color}80)`;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27. User Interface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Modern Glassmorphic style card layout.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Background: Deep midnight slate-blue gradients.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UI Accents: Neon glowing borders for result levels.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Google Fonts integration (Plus Jakarta Sans).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Copy-to-clipboard and reset controls.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Fully responsive layouts scaling on mobile devices.</a:t>
            </a:r>
          </a:p>
        </p:txBody>
      </p:sp>
      <p:pic>
        <p:nvPicPr>
          <p:cNvPr id="4" name="Picture 3" descr="latest_ui_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28. Main Web Controller Logic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Client-side controller routing in JS.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Handles extraction, OCR, comparisons.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Single scanner vs Dual match flow check.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Shows loader overlay during calculations.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Catches errors and updates error container.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async function startScanner() {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try {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  const t1 = await extractText('file1', 'text1', 'Doc A');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  const t2 = await extractText('file2', 'text2', 'Doc B');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  if (t1 &amp;&amp; !t2) {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    renderSingleScannerResult('A', t1);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  } else {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    renderComparisonResult(t1, t2);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  }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} catch (err) {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  showError(err);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}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29. Testing &amp;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Tested offline OCR extraction with handwritten note scans (Math mappings and functions).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Tested digital PDF extraction page-by-page to check text stream reconstruction.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Verified similarity scores using identical and modified notes in the sandbox selector.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Confirmed that network firewalls have zero impact on scanning speeds or execution.</a:t>
            </a:r>
          </a:p>
        </p:txBody>
      </p:sp>
      <p:pic>
        <p:nvPicPr>
          <p:cNvPr id="4" name="Picture 3" descr="scanned_no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30. Advantages, Limitations &amp; 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Advantages: Serverless, completely cost-free hosting, total document privacy (local runs).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Limitations: Large files take longer to scan via browser CPU. Lack of database to store history.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Future Scope: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Web Link compare support: input URL to check text against online web pages.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Multi-language OCR: dropdown to select Spanish, Hindi, or French scanning models.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PDF Report Export: client-side PDF compilation to save results offline.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371600"/>
            <a:ext cx="108173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31.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860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>
                <a:solidFill>
                  <a:srgbClr val="94A3B8"/>
                </a:solidFill>
                <a:latin typeface="Segoe UI"/>
              </a:defRPr>
            </a:pPr>
            <a:r>
              <a:t>We have successfully built a fully serverless, lightweight browser-based document scanner and similarity detector using Tesseract.js, PDF.js, and Mammoth.js.</a:t>
            </a:r>
            <a:br/>
            <a:br/>
            <a:r>
              <a:t>The project demonstrates that advanced AI parsing and NLP comparison algorithms can run completely locally on consumer browser engines, eliminating the need for expensive GPU-hosting setups.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389120"/>
            <a:ext cx="10817352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8BDF8"/>
                </a:solidFill>
                <a:latin typeface="Segoe UI"/>
              </a:defRPr>
            </a:pPr>
            <a:r>
              <a:t>THANK YOU</a:t>
            </a:r>
            <a:br/>
            <a:br/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