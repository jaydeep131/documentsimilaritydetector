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"/>
            <a:ext cx="108173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AI-Based Document Similarity &amp; Duplicate Detection System Using NLP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20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10817352" cy="3931920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NAME: </a:t>
            </a:r>
            <a:r>
              <a:rPr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BRANCH: </a:t>
            </a:r>
            <a:r>
              <a:rPr sz="1800">
                <a:solidFill>
                  <a:srgbClr val="FFFFFF"/>
                </a:solidFill>
                <a:latin typeface="Segoe UI"/>
              </a:rPr>
              <a:t>Computer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ENROLLMENT: </a:t>
            </a:r>
            <a:r>
              <a:rPr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4747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8BDF8"/>
                </a:solidFill>
                <a:latin typeface="Segoe UI"/>
              </a:rPr>
              <a:t>SEMESTER: </a:t>
            </a:r>
            <a:r>
              <a:rPr sz="18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800">
                <a:solidFill>
                  <a:srgbClr val="38BDF8"/>
                </a:solidFill>
                <a:latin typeface="Segoe UI"/>
              </a:rPr>
              <a:t>COLLEGE: </a:t>
            </a:r>
            <a:r>
              <a:rPr sz="1800">
                <a:solidFill>
                  <a:srgbClr val="FFFFFF"/>
                </a:solidFill>
                <a:latin typeface="Segoe UI"/>
              </a:rPr>
              <a:t>B H Gardi College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Document Plagiarism is a critical issue in digital classrooms and professional domains.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Traditional checkers cannot inspect scanned books, images, or offline note photos.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Privacy is often violated by third-party checkers uploading files to external servers.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Our project builds a 100% serverless, private tool to scan documents and check similarity directly in the browser.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100% Browser-Based Web Application.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Integrates local OCR, PDF, and DOCX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Runs NLP Text Cleaning and Tokenization on-device.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Computes similarity match indexes dynamically.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a clean glassmorphic presentation dashboard.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Inability to Parse Scanned Books/Photos: Students often upload photos of pages which standard text matchers ignore.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 Dependencies &amp; Network Timeouts: Local Python servers run slowly and fail behind university proxies (WinError 10060).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Security &amp; Document Exposure: Commercial checkers keep copies of submitted assignments, creating data leak risks.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Complex UI: Traditional dashboards are cluttered and slow to load on mobile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Serverless Architecture: Build a completely client-side tool requiring zero backend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Universal Scanned Ingestion: Enable reading text from images (Tesseract.js) and PDFs (PDF.js).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Fast Plagiarism Checks: Run standard similarity calculations (Cosine &amp; Jaccard index) in milliseconds.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Safe &amp; Private Checking: Ensure that files are parsed in the browser and never uploaded to any remote host.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Eliminating Installation Hurdles: Moving away from heavy local Python setups that require installing PyTorch/OpenCV.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Internet-Independent Scans: Caching language models inside browser storage for offline execution.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Cost-Free Deployment: Building static files (HTML/CSS/JS) that host for free on Netlify.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Responsive Presentability: Creating a tool that can be used on any smartphone in a live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Server-Side Frameworks: Standard custom solutions require Python backend processes.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Network Blockage Constraints: Downloading neural net models (EasyOCR) causes `WinError 10060` connection timeouts in terminals.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Proprietary Checking Subscriptions: Teachers and students depend on paid accounts (Turnitin, Copyleaks).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Heavy Resource Footprint: Spawning sub-processes slows down browsers and eats 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JavaScript Application: Runs entirely inside the local browser window.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CDN Integration: Loads stable parsers (Tesseract.js, PDF.js, Mammoth.js)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On-Device OCR Execution: Uses Web Workers to scan photos locally.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Dashboard: Instant comparisons and sandbox files.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Browser OCR (Tesseract.js): Scans text from JPG, PNG, and JPEG notes directly.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Binary File Parsers: Reads PDF (PDF.js) and DOCX (Mammoth.js) without backend parsers.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SVG Circular progress gauge: Animates dynamically based on matching score.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Turnitin-Style Diff highlighting: Colors matching segments in orange.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Toggles ignoring quotes ('...') from the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Core Language: JavaScript (ES6+), HTML5, CSS3 Variables.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Optical Character Recognition (OCR): Tesseract.js (v5, compiled in WebAssembly).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 Parser: Mozilla's PDF.js (v3.11.174).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Parser: Mammoth.js (v1.6.0).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Hosting: Netlify Continuous Deployment (Git-Synced).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 Layer: HTML drag-and-drop file inputs or raw copy-paste text areas.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Native Extractor: FileReader API converts file bytes into array buffers.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Parsing Engine: Tesseract, PDF.js, or Mammoth.js processes buffers into clean string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Math Processor: JavaScript calculates Cosine vector distances and Jaccard intersections.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Output: Updates SVG dash-array and highlighted spans dynamically.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Start: User opens index.html in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Load: CDNs fetch parsers and initialize Tesseract workers.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Input: User uploads document photos or pastes notes.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Click: Form submission triggers the extraction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Process: Client scans images, extracts text, runs comparison math.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Output: Displays gauge percentage and side-by-side matches.</a:t>
            </a:r>
          </a:p>
        </p:txBody>
      </p:sp>
      <p:pic>
        <p:nvPicPr>
          <p:cNvPr id="4" name="Picture 3" descr="ocr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Input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FileReader API: Asynchronously reads local file bytes in the browser.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Buffer Extraction: Reads DOCX and PDF as raw byte arrays for Mammoth and PDF.js.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Data URL Extraction: Reads JPG and PNG files as base64 URLs for image display previews.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State Sync: Automatically fills text areas with the extracted text for editing.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PDF.js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`pdfjsLib.getDocument()` parses PDF arrayBuffer into document objects.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Iterates page-by-page to fetch text elements via `page.getTextContent()`.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Mammoth.js Processing: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`mammoth.extractRawText()` converts Word DOCX XML blocks into clean paragraphs.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Strips layout formatting metadata to retrieve pure string arrays.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Image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Status: Not available in the current implementation.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Rationale: In our browser-native client app, images are fed directly to Tesseract.js in their raw state.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handles thresholding and binarization internally within its compiled WebAssembly core.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 Can integrate canvas-based threshold filters to improve scanning accuracy on blurry pages.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OCR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Tesseract.js WebAssembly Port: Compiles Google's neural network OCR to browser-executable binary.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Web Worker Sandbox: Spawns offline worker threads, leaving the main UI thread lag-free.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Local Language Cache: Downloads the English language training set once and caches it in IndexedDB.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Real-time progress updates: Logs execution percentages dynamically to show scanning status.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OCR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The OCR extraction is called inside a Promise.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Tesseract.recognize accepts the image file.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 logger callback tracks progress.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Displays percentage live in the loader overlay.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Extracted text is returned to the parser route.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Tesseract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recognize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file</a:t>
            </a:r>
            <a:r>
              <a:rPr sz="1200">
                <a:solidFill>
                  <a:srgbClr val="F1F5F9"/>
                </a:solidFill>
                <a:latin typeface="Consolas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DBA74"/>
                </a:solidFill>
                <a:latin typeface="Consolas"/>
              </a:rPr>
              <a:t>'eng'</a:t>
            </a:r>
            <a:r>
              <a:rPr sz="1200">
                <a:solidFill>
                  <a:srgbClr val="F1F5F9"/>
                </a:solidFill>
                <a:latin typeface="Consolas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  </a:t>
            </a:r>
            <a:r>
              <a:rPr sz="1200">
                <a:solidFill>
                  <a:srgbClr val="F1F5F9"/>
                </a:solidFill>
                <a:latin typeface="Consolas"/>
              </a:rPr>
              <a:t>logger</a:t>
            </a:r>
            <a:r>
              <a:rPr sz="1200">
                <a:solidFill>
                  <a:srgbClr val="F1F5F9"/>
                </a:solidFill>
                <a:latin typeface="Consolas"/>
              </a:rPr>
              <a:t>: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=&gt;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200" b="1">
                <a:solidFill>
                  <a:srgbClr val="F472B6"/>
                </a:solidFill>
                <a:latin typeface="Consolas"/>
              </a:rPr>
              <a:t>if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status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===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DBA74"/>
                </a:solidFill>
                <a:latin typeface="Consolas"/>
              </a:rPr>
              <a:t>'recognizing text'</a:t>
            </a:r>
            <a:r>
              <a:rPr sz="1200">
                <a:solidFill>
                  <a:srgbClr val="F1F5F9"/>
                </a:solidFill>
                <a:latin typeface="Consolas"/>
              </a:rPr>
              <a:t>)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          </a:t>
            </a: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pct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Math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round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progress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          </a:t>
            </a:r>
            <a:r>
              <a:rPr sz="1200">
                <a:solidFill>
                  <a:srgbClr val="F1F5F9"/>
                </a:solidFill>
                <a:latin typeface="Consolas"/>
              </a:rPr>
              <a:t>updateStatus</a:t>
            </a:r>
            <a:r>
              <a:rPr sz="1200">
                <a:solidFill>
                  <a:srgbClr val="F1F5F9"/>
                </a:solidFill>
                <a:latin typeface="Consolas"/>
              </a:rPr>
              <a:t>(`📷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Scanning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Image</a:t>
            </a:r>
            <a:r>
              <a:rPr sz="1200">
                <a:solidFill>
                  <a:srgbClr val="F1F5F9"/>
                </a:solidFill>
                <a:latin typeface="Consolas"/>
              </a:rPr>
              <a:t>: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${</a:t>
            </a:r>
            <a:r>
              <a:rPr sz="1200">
                <a:solidFill>
                  <a:srgbClr val="F1F5F9"/>
                </a:solidFill>
                <a:latin typeface="Consolas"/>
              </a:rPr>
              <a:t>pct</a:t>
            </a:r>
            <a:r>
              <a:rPr sz="1200">
                <a:solidFill>
                  <a:srgbClr val="F1F5F9"/>
                </a:solidFill>
                <a:latin typeface="Consolas"/>
              </a:rPr>
              <a:t>}%`);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  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).</a:t>
            </a:r>
            <a:r>
              <a:rPr sz="1200" b="1">
                <a:solidFill>
                  <a:srgbClr val="F472B6"/>
                </a:solidFill>
                <a:latin typeface="Consolas"/>
              </a:rPr>
              <a:t>then</a:t>
            </a:r>
            <a:r>
              <a:rPr sz="1200">
                <a:solidFill>
                  <a:srgbClr val="F1F5F9"/>
                </a:solidFill>
                <a:latin typeface="Consolas"/>
              </a:rPr>
              <a:t>(({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data</a:t>
            </a:r>
            <a:r>
              <a:rPr sz="1200">
                <a:solidFill>
                  <a:srgbClr val="F1F5F9"/>
                </a:solidFill>
                <a:latin typeface="Consolas"/>
              </a:rPr>
              <a:t>: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{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text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})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=&gt;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 b="1">
                <a:solidFill>
                  <a:srgbClr val="F472B6"/>
                </a:solidFill>
                <a:latin typeface="Consolas"/>
              </a:rPr>
              <a:t>resolve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text</a:t>
            </a:r>
            <a:r>
              <a:rPr sz="12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OCR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String Generation: Outputs a clean text string containing all recognized characters and symbols.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Syncing fields: Extracted text is automatically entered into the text areas for verification.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Visual preview: Displays a base64 preview of the original photographed note right above the results.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Stats counter: Calculates total words and characters found in the scanned image.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Lowercasing: `text.toLowerCase()` avoids matches failing due to capitalization differences.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Punctuation Stripping: `.replace(/[^\w\s]/g, '')` strips periods, commas, and question marks.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Spaces Trimming: `.trim()` removes trailing spaces.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RegEx word boundary splits: `.split(/\s+/)` cleans double-spaces to generate a clean array of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individual word token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Sets: Javascript `Set` creates unique list vectors of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Array transformations: Converts vocab lists into structured frequency arrays for math models.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Clean Input: Normalization removes duplicate spaces, preparing the data for similarity 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Feature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 Count Maps: Creates key-value frequency objects for both Document A and Document B.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Indexing coordinates: Maps the frequency values matching the master list order to represent both documents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Ready for similarity: High-performance representation built entirely dynamically in JavaScript.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1: Combine both documents' word arrays to create a master Vocabulary Union 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2: Initialize frequency map objects (frequency arrays) mapping each vocab word to 0.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3: Populate counts by iterating through both text arrays.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Step 4: Map values to numerical arrays representing vectors, ready for Cosine Distance calculation.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Represents both texts as vectors.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Calculates Dot Product by multiplying matching frequencies.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Divides by the product of their Vector Magnitudes.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Outputs similarity score on scale 0% to 100%.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Keeps matching accurate regardless of text length differences.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let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dotProduct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let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mag1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,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mag2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vocab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forEach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=&gt;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dotProduct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+=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freq1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freq2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mag1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+=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freq1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freq1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mag2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+=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freq2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freq2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});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if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mag1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===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||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mag2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===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)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dotProduct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/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Math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sqrt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mag1</a:t>
            </a:r>
            <a:r>
              <a:rPr sz="1200">
                <a:solidFill>
                  <a:srgbClr val="F1F5F9"/>
                </a:solidFill>
                <a:latin typeface="Consolas"/>
              </a:rPr>
              <a:t>)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Math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sqrt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mag2</a:t>
            </a:r>
            <a:r>
              <a:rPr sz="1200">
                <a:solidFill>
                  <a:srgbClr val="F1F5F9"/>
                </a:solidFill>
                <a:latin typeface="Consolas"/>
              </a:rPr>
              <a:t>)))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Converts cleaned word arrays into unique Sets.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Intersection: Shared unique words.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Union: Total unique words combined.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Dividing Intersection by Union gives Jaccard percentage.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words1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new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Set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split</a:t>
            </a:r>
            <a:r>
              <a:rPr sz="1100">
                <a:solidFill>
                  <a:srgbClr val="F1F5F9"/>
                </a:solidFill>
                <a:latin typeface="Consolas"/>
              </a:rPr>
              <a:t>(/\</a:t>
            </a:r>
            <a:r>
              <a:rPr sz="1100">
                <a:solidFill>
                  <a:srgbClr val="F1F5F9"/>
                </a:solidFill>
                <a:latin typeface="Consolas"/>
              </a:rPr>
              <a:t>s</a:t>
            </a:r>
            <a:r>
              <a:rPr sz="110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words2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new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Set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t2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split</a:t>
            </a:r>
            <a:r>
              <a:rPr sz="1100">
                <a:solidFill>
                  <a:srgbClr val="F1F5F9"/>
                </a:solidFill>
                <a:latin typeface="Consolas"/>
              </a:rPr>
              <a:t>(/\</a:t>
            </a:r>
            <a:r>
              <a:rPr sz="1100">
                <a:solidFill>
                  <a:srgbClr val="F1F5F9"/>
                </a:solidFill>
                <a:latin typeface="Consolas"/>
              </a:rPr>
              <a:t>s</a:t>
            </a:r>
            <a:r>
              <a:rPr sz="110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new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Set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[...</a:t>
            </a:r>
            <a:r>
              <a:rPr sz="1100">
                <a:solidFill>
                  <a:srgbClr val="F1F5F9"/>
                </a:solidFill>
                <a:latin typeface="Consolas"/>
              </a:rPr>
              <a:t>words1</a:t>
            </a:r>
            <a:r>
              <a:rPr sz="1100">
                <a:solidFill>
                  <a:srgbClr val="F1F5F9"/>
                </a:solidFill>
                <a:latin typeface="Consolas"/>
              </a:rPr>
              <a:t>].</a:t>
            </a:r>
            <a:r>
              <a:rPr sz="1100">
                <a:solidFill>
                  <a:srgbClr val="F1F5F9"/>
                </a:solidFill>
                <a:latin typeface="Consolas"/>
              </a:rPr>
              <a:t>filter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x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=&gt;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words2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has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x</a:t>
            </a:r>
            <a:r>
              <a:rPr sz="1100">
                <a:solidFill>
                  <a:srgbClr val="F1F5F9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union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new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Set</a:t>
            </a:r>
            <a:r>
              <a:rPr sz="1100">
                <a:solidFill>
                  <a:srgbClr val="F1F5F9"/>
                </a:solidFill>
                <a:latin typeface="Consolas"/>
              </a:rPr>
              <a:t>([...</a:t>
            </a:r>
            <a:r>
              <a:rPr sz="1100">
                <a:solidFill>
                  <a:srgbClr val="F1F5F9"/>
                </a:solidFill>
                <a:latin typeface="Consolas"/>
              </a:rPr>
              <a:t>words1</a:t>
            </a:r>
            <a:r>
              <a:rPr sz="1100">
                <a:solidFill>
                  <a:srgbClr val="F1F5F9"/>
                </a:solidFill>
                <a:latin typeface="Consolas"/>
              </a:rPr>
              <a:t>,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...</a:t>
            </a:r>
            <a:r>
              <a:rPr sz="1100">
                <a:solidFill>
                  <a:srgbClr val="F1F5F9"/>
                </a:solidFill>
                <a:latin typeface="Consolas"/>
              </a:rPr>
              <a:t>words2</a:t>
            </a:r>
            <a:r>
              <a:rPr sz="1100">
                <a:solidFill>
                  <a:srgbClr val="F1F5F9"/>
                </a:solidFill>
                <a:latin typeface="Consolas"/>
              </a:rPr>
              <a:t>]);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if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union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size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===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size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/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union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size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100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Document Comparison &amp; Highlighting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Combination Index: Computes the average of Cosine Similarity and Jaccard Index score for balanced output.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Word-Level Match Highlighter: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Converts strings to word lists.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Wraps matches in orange highlight spans.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Citation Filter: Ignores quoted phrases dynamically.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Results &amp;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Classification ranges based on combined score: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- 90%+ : Direct Copy / Duplicate (Red)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 : Highly Similar (Orange)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 : Moderately Similar (Yellow)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 : Slightly Similar (Blue)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&lt;15% : Completely Unique (Green)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Renders matching warning descriptions automatically.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Data Visualization (Circle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Interactive SVG Circular progress ring.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JavaScript calculates matching stroke-dashoffset.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Smooth CSS transition filling animation.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Accent color changes dynamically matching status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// Radial Gauge update logic in JS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document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200">
                <a:solidFill>
                  <a:srgbClr val="F1F5F9"/>
                </a:solidFill>
                <a:latin typeface="Consolas"/>
              </a:rPr>
              <a:t>('</a:t>
            </a:r>
            <a:r>
              <a:rPr sz="1200">
                <a:solidFill>
                  <a:srgbClr val="F1F5F9"/>
                </a:solidFill>
                <a:latin typeface="Consolas"/>
              </a:rPr>
              <a:t>radial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bar</a:t>
            </a:r>
            <a:r>
              <a:rPr sz="12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326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818CF8"/>
                </a:solidFill>
                <a:latin typeface="Consolas"/>
              </a:rPr>
              <a:t>7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scoreInt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/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strokeDashoffset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filter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</a:t>
            </a:r>
            <a:r>
              <a:rPr sz="1200">
                <a:solidFill>
                  <a:srgbClr val="F1F5F9"/>
                </a:solidFill>
                <a:latin typeface="Consolas"/>
              </a:rPr>
              <a:t>`</a:t>
            </a:r>
            <a:r>
              <a:rPr sz="1200">
                <a:solidFill>
                  <a:srgbClr val="F1F5F9"/>
                </a:solidFill>
                <a:latin typeface="Consolas"/>
              </a:rPr>
              <a:t>drop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shadow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8px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${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  <a:r>
              <a:rPr sz="1200">
                <a:solidFill>
                  <a:srgbClr val="818CF8"/>
                </a:solidFill>
                <a:latin typeface="Consolas"/>
              </a:rPr>
              <a:t>80</a:t>
            </a:r>
            <a:r>
              <a:rPr sz="1200">
                <a:solidFill>
                  <a:srgbClr val="F1F5F9"/>
                </a:solidFill>
                <a:latin typeface="Consolas"/>
              </a:rPr>
              <a:t>)`;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Modern Glassmorphic style card layout.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Background: Deep midnight slate-blue gradients.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UI Accents: Neon glowing borders for result levels.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Copy-to-clipboard and reset controls.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Fully responsive layouts scaling on mobile devices.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async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function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startScanner</a:t>
            </a:r>
            <a:r>
              <a:rPr sz="1100">
                <a:solidFill>
                  <a:srgbClr val="F1F5F9"/>
                </a:solidFill>
                <a:latin typeface="Consolas"/>
              </a:rPr>
              <a:t>()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</a:t>
            </a:r>
            <a:r>
              <a:rPr sz="1100" b="1">
                <a:solidFill>
                  <a:srgbClr val="F472B6"/>
                </a:solidFill>
                <a:latin typeface="Consolas"/>
              </a:rPr>
              <a:t>try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100">
                <a:solidFill>
                  <a:srgbClr val="F1F5F9"/>
                </a:solidFill>
                <a:latin typeface="Consolas"/>
              </a:rPr>
              <a:t>('</a:t>
            </a:r>
            <a:r>
              <a:rPr sz="1100">
                <a:solidFill>
                  <a:srgbClr val="F1F5F9"/>
                </a:solidFill>
                <a:latin typeface="Consolas"/>
              </a:rPr>
              <a:t>file1</a:t>
            </a:r>
            <a:r>
              <a:rPr sz="1100">
                <a:solidFill>
                  <a:srgbClr val="FDBA74"/>
                </a:solidFill>
                <a:latin typeface="Consolas"/>
              </a:rPr>
              <a:t>', '</a:t>
            </a:r>
            <a:r>
              <a:rPr sz="1100">
                <a:solidFill>
                  <a:srgbClr val="F1F5F9"/>
                </a:solidFill>
                <a:latin typeface="Consolas"/>
              </a:rPr>
              <a:t>text1</a:t>
            </a:r>
            <a:r>
              <a:rPr sz="1100">
                <a:solidFill>
                  <a:srgbClr val="FDBA74"/>
                </a:solidFill>
                <a:latin typeface="Consolas"/>
              </a:rPr>
              <a:t>', '</a:t>
            </a:r>
            <a:r>
              <a:rPr sz="1100">
                <a:solidFill>
                  <a:srgbClr val="F1F5F9"/>
                </a:solidFill>
                <a:latin typeface="Consolas"/>
              </a:rPr>
              <a:t>Doc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A</a:t>
            </a:r>
            <a:r>
              <a:rPr sz="11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t2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100">
                <a:solidFill>
                  <a:srgbClr val="F1F5F9"/>
                </a:solidFill>
                <a:latin typeface="Consolas"/>
              </a:rPr>
              <a:t>('</a:t>
            </a:r>
            <a:r>
              <a:rPr sz="1100">
                <a:solidFill>
                  <a:srgbClr val="F1F5F9"/>
                </a:solidFill>
                <a:latin typeface="Consolas"/>
              </a:rPr>
              <a:t>file2</a:t>
            </a:r>
            <a:r>
              <a:rPr sz="1100">
                <a:solidFill>
                  <a:srgbClr val="FDBA74"/>
                </a:solidFill>
                <a:latin typeface="Consolas"/>
              </a:rPr>
              <a:t>', '</a:t>
            </a:r>
            <a:r>
              <a:rPr sz="1100">
                <a:solidFill>
                  <a:srgbClr val="F1F5F9"/>
                </a:solidFill>
                <a:latin typeface="Consolas"/>
              </a:rPr>
              <a:t>text2</a:t>
            </a:r>
            <a:r>
              <a:rPr sz="1100">
                <a:solidFill>
                  <a:srgbClr val="FDBA74"/>
                </a:solidFill>
                <a:latin typeface="Consolas"/>
              </a:rPr>
              <a:t>', '</a:t>
            </a:r>
            <a:r>
              <a:rPr sz="1100">
                <a:solidFill>
                  <a:srgbClr val="F1F5F9"/>
                </a:solidFill>
                <a:latin typeface="Consolas"/>
              </a:rPr>
              <a:t>Doc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B</a:t>
            </a:r>
            <a:r>
              <a:rPr sz="11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 b="1">
                <a:solidFill>
                  <a:srgbClr val="F472B6"/>
                </a:solidFill>
                <a:latin typeface="Consolas"/>
              </a:rPr>
              <a:t>if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&amp;&amp;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!</a:t>
            </a:r>
            <a:r>
              <a:rPr sz="1100">
                <a:solidFill>
                  <a:srgbClr val="F1F5F9"/>
                </a:solidFill>
                <a:latin typeface="Consolas"/>
              </a:rPr>
              <a:t>t2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  </a:t>
            </a:r>
            <a:r>
              <a:rPr sz="1100">
                <a:solidFill>
                  <a:srgbClr val="F1F5F9"/>
                </a:solidFill>
                <a:latin typeface="Consolas"/>
              </a:rPr>
              <a:t>renderSingleScannerResult</a:t>
            </a:r>
            <a:r>
              <a:rPr sz="1100">
                <a:solidFill>
                  <a:srgbClr val="F1F5F9"/>
                </a:solidFill>
                <a:latin typeface="Consolas"/>
              </a:rPr>
              <a:t>('</a:t>
            </a:r>
            <a:r>
              <a:rPr sz="1100">
                <a:solidFill>
                  <a:srgbClr val="F1F5F9"/>
                </a:solidFill>
                <a:latin typeface="Consolas"/>
              </a:rPr>
              <a:t>A</a:t>
            </a:r>
            <a:r>
              <a:rPr sz="1100">
                <a:solidFill>
                  <a:srgbClr val="FDBA74"/>
                </a:solidFill>
                <a:latin typeface="Consolas"/>
              </a:rPr>
              <a:t>',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else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  </a:t>
            </a:r>
            <a:r>
              <a:rPr sz="1100">
                <a:solidFill>
                  <a:srgbClr val="F1F5F9"/>
                </a:solidFill>
                <a:latin typeface="Consolas"/>
              </a:rPr>
              <a:t>renderComparisonResult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,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t2</a:t>
            </a:r>
            <a:r>
              <a:rPr sz="11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</a:t>
            </a: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catch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err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showError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err</a:t>
            </a:r>
            <a:r>
              <a:rPr sz="11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</a:t>
            </a: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Advantages, 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Advantages: Serverless, completely cost-free hosting, total document privacy (local runs).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Limitations: Large files take longer to scan via browser CPU. Lack of database to store history.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• Future Scope: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Web Link compare support: input URL to check text against online web pages.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Multi-language OCR: dropdown to select Spanish, Hindi, or French scanning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PDF Report Export: client-side PDF compilation to save results offline.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lightweight browser-based document scanner and similarity detector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